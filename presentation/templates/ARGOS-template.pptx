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2035ff2a840c1" /><Relationship Type="http://schemas.openxmlformats.org/officeDocument/2006/relationships/extended-properties" Target="/docProps/app.xml" Id="R31e191ae9b9a40fa" /><Relationship Type="http://schemas.openxmlformats.org/officeDocument/2006/relationships/officeDocument" Target="/ppt/presentation.xml" Id="Rcb164b2f01d2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692b4184ac45b2"/>
  </p:sldMasterIdLst>
  <p:notesMasterIdLst>
    <p:notesMasterId xmlns:r="http://schemas.openxmlformats.org/officeDocument/2006/relationships" r:id="Rb1e54e3a5c16420d"/>
  </p:notesMasterIdLst>
  <p:sldIdLst>
    <p:sldId xmlns:r="http://schemas.openxmlformats.org/officeDocument/2006/relationships" id="256" r:id="Rfc41444126834cfe"/>
    <p:sldId xmlns:r="http://schemas.openxmlformats.org/officeDocument/2006/relationships" id="257" r:id="R1bdf9b413f8546ea"/>
    <p:sldId xmlns:r="http://schemas.openxmlformats.org/officeDocument/2006/relationships" id="258" r:id="Rae4ba15608444834"/>
    <p:sldId xmlns:r="http://schemas.openxmlformats.org/officeDocument/2006/relationships" id="259" r:id="Rd49dd2abbd4f4f71"/>
    <p:sldId xmlns:r="http://schemas.openxmlformats.org/officeDocument/2006/relationships" id="260" r:id="Rd60b9753758749d3"/>
    <p:sldId xmlns:r="http://schemas.openxmlformats.org/officeDocument/2006/relationships" id="261" r:id="R64844b958c084729"/>
    <p:sldId xmlns:r="http://schemas.openxmlformats.org/officeDocument/2006/relationships" id="262" r:id="Rf9420f3677d349c9"/>
    <p:sldId xmlns:r="http://schemas.openxmlformats.org/officeDocument/2006/relationships" id="263" r:id="R3e3a90a0d59a4862"/>
    <p:sldId xmlns:r="http://schemas.openxmlformats.org/officeDocument/2006/relationships" id="264" r:id="Rec6eb2fa46e74e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18eb2b29114e10" /><Relationship Type="http://schemas.openxmlformats.org/officeDocument/2006/relationships/slideMaster" Target="/ppt/slideMasters/slideMaster1.xml" Id="Rc4692b4184ac45b2" /><Relationship Type="http://schemas.openxmlformats.org/officeDocument/2006/relationships/notesMaster" Target="/ppt/notesMasters/notesMaster1.xml" Id="Rb1e54e3a5c16420d" /><Relationship Type="http://schemas.openxmlformats.org/officeDocument/2006/relationships/presProps" Target="/ppt/presProps.xml" Id="R12689f0327784cbd" /><Relationship Type="http://schemas.openxmlformats.org/officeDocument/2006/relationships/tableStyles" Target="/ppt/tableStyles.xml" Id="R6a797b41e8ff434b" /><Relationship Type="http://schemas.openxmlformats.org/officeDocument/2006/relationships/slide" Target="/ppt/slides/slide1.xml" Id="Rfc41444126834cfe" /><Relationship Type="http://schemas.openxmlformats.org/officeDocument/2006/relationships/slide" Target="/ppt/slides/slide2.xml" Id="R1bdf9b413f8546ea" /><Relationship Type="http://schemas.openxmlformats.org/officeDocument/2006/relationships/slide" Target="/ppt/slides/slide3.xml" Id="Rae4ba15608444834" /><Relationship Type="http://schemas.openxmlformats.org/officeDocument/2006/relationships/slide" Target="/ppt/slides/slide4.xml" Id="Rd49dd2abbd4f4f71" /><Relationship Type="http://schemas.openxmlformats.org/officeDocument/2006/relationships/slide" Target="/ppt/slides/slide5.xml" Id="Rd60b9753758749d3" /><Relationship Type="http://schemas.openxmlformats.org/officeDocument/2006/relationships/slide" Target="/ppt/slides/slide6.xml" Id="R64844b958c084729" /><Relationship Type="http://schemas.openxmlformats.org/officeDocument/2006/relationships/slide" Target="/ppt/slides/slide7.xml" Id="Rf9420f3677d349c9" /><Relationship Type="http://schemas.openxmlformats.org/officeDocument/2006/relationships/slide" Target="/ppt/slides/slide8.xml" Id="R3e3a90a0d59a4862" /><Relationship Type="http://schemas.openxmlformats.org/officeDocument/2006/relationships/slide" Target="/ppt/slides/slide9.xml" Id="Rec6eb2fa46e7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67af9cf2274a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1d5466f884ccb" /><Relationship Type="http://schemas.openxmlformats.org/officeDocument/2006/relationships/notesMaster" Target="/ppt/notesMasters/notesMaster1.xml" Id="R4c2719c74495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d3c230a094702" /><Relationship Type="http://schemas.openxmlformats.org/officeDocument/2006/relationships/notesMaster" Target="/ppt/notesMasters/notesMaster1.xml" Id="Rabc6abc8cd05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02020081cd4a1e" /><Relationship Type="http://schemas.openxmlformats.org/officeDocument/2006/relationships/notesMaster" Target="/ppt/notesMasters/notesMaster1.xml" Id="R4f8fd85fe115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591b30383e44b4" /><Relationship Type="http://schemas.openxmlformats.org/officeDocument/2006/relationships/notesMaster" Target="/ppt/notesMasters/notesMaster1.xml" Id="Re2ce1a658352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ea62afcb7e469b" /><Relationship Type="http://schemas.openxmlformats.org/officeDocument/2006/relationships/notesMaster" Target="/ppt/notesMasters/notesMaster1.xml" Id="Rd224ba3e22b249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0feb0bebc14bbd" /><Relationship Type="http://schemas.openxmlformats.org/officeDocument/2006/relationships/notesMaster" Target="/ppt/notesMasters/notesMaster1.xml" Id="R9f427b7b0b2a49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b8d519c8794f36" /><Relationship Type="http://schemas.openxmlformats.org/officeDocument/2006/relationships/notesMaster" Target="/ppt/notesMasters/notesMaster1.xml" Id="R7be10d0604f4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3bbbe72b594cd7" /><Relationship Type="http://schemas.openxmlformats.org/officeDocument/2006/relationships/notesMaster" Target="/ppt/notesMasters/notesMaster1.xml" Id="R0c725ad0052c4d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1cd0cb8830470f" /><Relationship Type="http://schemas.openxmlformats.org/officeDocument/2006/relationships/notesMaster" Target="/ppt/notesMasters/notesMaster1.xml" Id="Ra907cee22427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Centered statement.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Three-column overview.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Three-column overview.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Two-column comparison.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Four-step process.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ARGOS platform architecture.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Duplicate this slide and replace the sample text. Design adapted from argos-onboarding-deck.html. Colors: warm white #F1F1EF and deep navy #171629. Fonts: Helvetica and Menlo, the reference's fallback fonts.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580076699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2229559714649" /><Relationship Type="http://schemas.openxmlformats.org/officeDocument/2006/relationships/slideLayout" Target="/ppt/slideLayouts/slideLayout1.xml" Id="R1008247725c9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8247725c9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2395875942d9" /><Relationship Type="http://schemas.openxmlformats.org/officeDocument/2006/relationships/notesSlide" Target="/ppt/notesSlides/notesSlide1.xml" Id="R07204ac8ef47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a477fafbd4bd4" /><Relationship Type="http://schemas.openxmlformats.org/officeDocument/2006/relationships/notesSlide" Target="/ppt/notesSlides/notesSlide2.xml" Id="Rf8dc167b183341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9dd54ca25457a" /><Relationship Type="http://schemas.openxmlformats.org/officeDocument/2006/relationships/notesSlide" Target="/ppt/notesSlides/notesSlide3.xml" Id="Rf84faf558fd3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e64b1a33e4de9" /><Relationship Type="http://schemas.openxmlformats.org/officeDocument/2006/relationships/notesSlide" Target="/ppt/notesSlides/notesSlide4.xml" Id="R1e17b90df2fb43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f59ac22ad4768" /><Relationship Type="http://schemas.openxmlformats.org/officeDocument/2006/relationships/notesSlide" Target="/ppt/notesSlides/notesSlide5.xml" Id="R700a4bb8e0cf42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9d0e2942047a2" /><Relationship Type="http://schemas.openxmlformats.org/officeDocument/2006/relationships/notesSlide" Target="/ppt/notesSlides/notesSlide6.xml" Id="R4f6cc506a1ce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eb2eb96ab4abf" /><Relationship Type="http://schemas.openxmlformats.org/officeDocument/2006/relationships/notesSlide" Target="/ppt/notesSlides/notesSlide7.xml" Id="R691c42a0e43748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1e87c1284fab" /><Relationship Type="http://schemas.openxmlformats.org/officeDocument/2006/relationships/notesSlide" Target="/ppt/notesSlides/notesSlide8.xml" Id="R01ee199854a84a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e626a2fa245af" /><Relationship Type="http://schemas.openxmlformats.org/officeDocument/2006/relationships/notesSlide" Target="/ppt/notesSlides/notesSlide9.xml" Id="Re8209bae605d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968A6-94D0-4A82-B8B8-D07AE4D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192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ARGOS  /  PRESENTATION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01F18-A8A8-412B-BD41-EDAFA2A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38325"/>
            <a:ext cx="866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Presentation title</a:t>
            </a:r>
          </a:p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0D530-4EE3-4A45-BF09-3E1EF7F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0052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A short introduction to the presentation.</a:t>
            </a:r>
          </a:p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Presenter name and date</a:t>
            </a:r>
          </a:p>
        </p:txBody>
      </p:sp>
    </p:spTree>
    <p:extLst>
      <p:ext uri="{BB962C8B-B14F-4D97-AF65-F5344CB8AC3E}">
        <p14:creationId xmlns:p14="http://schemas.microsoft.com/office/powerpoint/2010/main" val="1148079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A080B-BC8E-41BE-8B46-266607A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049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52325-7EFA-4182-BCE8-DEC9917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6600" b="1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Section title</a:t>
            </a:r>
          </a:p>
          <a:p xmlns:a="http://schemas.openxmlformats.org/drawingml/2006/main">
            <a:pPr algn="ctr">
              <a:defRPr sz="6600" b="1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6600" b="1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BF256-81D7-4358-9371-7DE9834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Optional one-sentence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52399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AA247-DCDB-4343-8ECF-D14A4BB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287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KEY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14C49-1FE9-4CA0-8F47-6BCB150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288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6900" b="1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61D35-C3E1-440F-86C2-C8F5840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A short statement</a:t>
            </a:r>
          </a:p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that gives the slide</a:t>
            </a:r>
          </a:p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33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one clear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32750-9276-4395-8883-C05FCA9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SOURCE OR ATTRIBUTION</a:t>
            </a:r>
          </a:p>
        </p:txBody>
      </p:sp>
    </p:spTree>
    <p:extLst>
      <p:ext uri="{BB962C8B-B14F-4D97-AF65-F5344CB8AC3E}">
        <p14:creationId xmlns:p14="http://schemas.microsoft.com/office/powerpoint/2010/main" val="1082218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07362-B6B4-427A-9642-028AFB54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33500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TOPIC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4B930-28C0-41A4-B1CD-5104B69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33550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Three ideas within</a:t>
            </a:r>
          </a:p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one clear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F23F9-980D-4D6C-8A22-5A94E72A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C1BC0-FE28-44F3-B020-A2883C7D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First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1C58B-841E-43C0-8DF0-F71AFC48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E8C90-2583-453B-BD0D-794EAC0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5F4ED-D8BE-4015-A75E-04BD326D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Second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58F7-532D-45B6-B9E0-74F027CD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3593C-E60F-4E53-A5D6-86AC0013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2D6AE-9C6E-42F0-8AD2-27DD28C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Third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AC36E-6E3A-4757-BCCC-8F535E15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</p:spTree>
    <p:extLst>
      <p:ext uri="{BB962C8B-B14F-4D97-AF65-F5344CB8AC3E}">
        <p14:creationId xmlns:p14="http://schemas.microsoft.com/office/powerpoint/2010/main" val="1850730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62A36-7FC6-4C72-8A85-DC449F4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33500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TOPIC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5624D-897A-4707-A90E-6C716E9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33550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Three ideas within</a:t>
            </a:r>
          </a:p>
          <a:p xmlns:a="http://schemas.openxmlformats.org/drawingml/2006/main">
            <a:pPr algn="l">
              <a:defRPr sz="4050" b="1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one clear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54ADF-A1EE-4D97-8E0A-029991C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1717B-AA17-487B-983C-B40F03A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First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D1ECD-3E84-411D-AD50-0E7163AA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5B1B-656C-44A8-9E85-EB9055C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CCC93-D83D-4829-954B-52558CE1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Second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30F38-CECB-4A7A-BF76-B637F9D3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C3C4A-1A6E-42DA-A68D-748C657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E4D97-825E-40B4-8143-52E0DA20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Third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F1926-5DFD-4159-B33B-C88AA0D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Replace this paragraph with a concise explanation. Keep each column to one main idea.</a:t>
            </a:r>
          </a:p>
        </p:txBody>
      </p:sp>
    </p:spTree>
    <p:extLst>
      <p:ext uri="{BB962C8B-B14F-4D97-AF65-F5344CB8AC3E}">
        <p14:creationId xmlns:p14="http://schemas.microsoft.com/office/powerpoint/2010/main" val="1314313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EC521-25B7-42FE-A38C-8804A63F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1447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8CBF5-2933-40A8-BD89-63724A2D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954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Two perspectives on a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9EDD8-7443-49E4-9AFC-73FD0D5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4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FIRST PERSPECTIVE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73E09-0CE2-429C-B20F-27D819A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First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22D45-127D-47CF-9510-AC8F4C67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481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Replace this text with the context, evidence, or explanation for this perspective. Keep the comparison parallel.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01D49-C28F-46D4-9598-9856EE5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SECOND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8472-30CE-4A6B-A664-8D9A257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3000" b="0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Second headline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2BECF-195D-4CCA-B2E4-D673521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Replace this text with the context, evidence, or explanation for this perspective. Keep the comparison parallel.</a:t>
            </a:r>
          </a:p>
        </p:txBody>
      </p:sp>
    </p:spTree>
    <p:extLst>
      <p:ext uri="{BB962C8B-B14F-4D97-AF65-F5344CB8AC3E}">
        <p14:creationId xmlns:p14="http://schemas.microsoft.com/office/powerpoint/2010/main" val="290032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79FF5-5B84-416C-849A-AB7E0744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PROCESS OR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6F827-C719-401E-BD1E-EB909476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300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Four stages of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BB5F8-0E4A-4F0A-9219-DAC0629B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144E0-663D-4308-884D-C574110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First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3C064-DC42-4D2B-8EBB-88FE5A5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Explain the purpose and expected outcome of this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02F4F-B2C0-4A47-AABD-18B82E4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38F0E-AE41-4D52-A01E-33D2E46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Second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37405-4A3E-4D15-9808-818ADBF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Explain the purpose and expected outcome of this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D3218-5D6F-4FAE-B3BD-D31A50F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97D0-50C0-4982-BBB2-4130AF01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Third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D585C-6BF8-4562-8C22-A80F9ED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Explain the purpose and expected outcome of this stage.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BC924-B917-48CF-B95D-1C13DD20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C0598-16B2-4CC5-A872-34DC4EB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F1F1EF"/>
                </a:solidFill>
                <a:latin typeface="Helvetica"/>
                <a:ea typeface="Helvetica"/>
                <a:cs typeface="Helvetica"/>
              </a:rPr>
              <a:t>Final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726CD-D7CE-4CC0-A287-15F63BA6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C9C9CB"/>
                </a:solidFill>
                <a:latin typeface="Helvetica"/>
                <a:ea typeface="Helvetica"/>
                <a:cs typeface="Helvetica"/>
              </a:rPr>
              <a:t>Explain the purpose and expected outcome of this stage.</a:t>
            </a:r>
          </a:p>
        </p:txBody>
      </p:sp>
    </p:spTree>
    <p:extLst>
      <p:ext uri="{BB962C8B-B14F-4D97-AF65-F5344CB8AC3E}">
        <p14:creationId xmlns:p14="http://schemas.microsoft.com/office/powerpoint/2010/main" val="687308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046B1-1BE4-4515-A9DC-F7A44AF8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096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PLATFORM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B58B1-28F5-438E-B2C1-B3B80DD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00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The ARGOS family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AA80E-8366-4C92-ACF5-0E1E53F1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ARGOS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328C-DB43-48BF-AF1A-2ECD8B2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TERRA</a:t>
            </a:r>
          </a:p>
        </p:txBody>
      </p:sp>
      <p:cxnSp>
        <p:nvCxnSpPr>
          <p:cNvPr id="17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952750" y="2952750"/>
            <a:ext cx="31432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5464-DA77-42F5-8C62-FBF80B6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Ground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Rover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B6A4A-F9DC-4810-8A37-96F852D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AERO</a:t>
            </a:r>
          </a:p>
        </p:txBody>
      </p: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95275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63C4B-22E3-47EA-80B6-104D262C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Multirotor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Drone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D386B-4DAD-483F-8C60-59894A6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ZEPHYR</a:t>
            </a:r>
          </a:p>
        </p:txBody>
      </p: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952750"/>
            <a:ext cx="31432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9F192-8E88-4B84-AE0D-DA8A6597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Airship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Blimp</a:t>
            </a:r>
          </a:p>
        </p:txBody>
      </p:sp>
    </p:spTree>
    <p:extLst>
      <p:ext uri="{BB962C8B-B14F-4D97-AF65-F5344CB8AC3E}">
        <p14:creationId xmlns:p14="http://schemas.microsoft.com/office/powerpoint/2010/main" val="1103355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252E-1A4C-498F-9A08-2366580C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954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ARGOS  / 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7C39A-9571-49D3-A6CA-9A204442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52625"/>
            <a:ext cx="866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Closing message</a:t>
            </a:r>
          </a:p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defRPr>
            </a:pPr>
            <a:r>
              <a:rPr sz="7650" b="1">
                <a:solidFill>
                  <a:srgbClr val="171629"/>
                </a:solidFill>
                <a:latin typeface="Helvetica"/>
                <a:ea typeface="Helvetica"/>
                <a:cs typeface="Helvetica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0F632-E294-4CCA-951F-E53775C1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7A7983"/>
                </a:solidFill>
                <a:latin typeface="Helvetica"/>
                <a:ea typeface="Helvetica"/>
                <a:cs typeface="Helvetica"/>
              </a:rPr>
              <a:t>A brief next step or contact detail</a:t>
            </a:r>
          </a:p>
        </p:txBody>
      </p:sp>
    </p:spTree>
    <p:extLst>
      <p:ext uri="{BB962C8B-B14F-4D97-AF65-F5344CB8AC3E}">
        <p14:creationId xmlns:p14="http://schemas.microsoft.com/office/powerpoint/2010/main" val="1226732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2026-10-04T04:52:40.6320000Z</dcterms:created>
  <dcterms:modified xsi:type="dcterms:W3CDTF">2026-10-04T04:52:40.6320000Z</dcterms:modified>
</coreProperties>
</file>