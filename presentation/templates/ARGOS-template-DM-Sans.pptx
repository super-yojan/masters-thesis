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ba1aa74f9544c1" /><Relationship Type="http://schemas.openxmlformats.org/officeDocument/2006/relationships/extended-properties" Target="/docProps/app.xml" Id="Rc0c8275b025140e5" /><Relationship Type="http://schemas.openxmlformats.org/officeDocument/2006/relationships/officeDocument" Target="/ppt/presentation.xml" Id="R03edb7dda6aa47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98d88aff01410c"/>
  </p:sldMasterIdLst>
  <p:notesMasterIdLst>
    <p:notesMasterId xmlns:r="http://schemas.openxmlformats.org/officeDocument/2006/relationships" r:id="R5844db31320344b4"/>
  </p:notesMasterIdLst>
  <p:sldIdLst>
    <p:sldId xmlns:r="http://schemas.openxmlformats.org/officeDocument/2006/relationships" id="256" r:id="Rb33f61c693d842af"/>
    <p:sldId xmlns:r="http://schemas.openxmlformats.org/officeDocument/2006/relationships" id="257" r:id="Rc5dcb2fabd234157"/>
    <p:sldId xmlns:r="http://schemas.openxmlformats.org/officeDocument/2006/relationships" id="258" r:id="Rc69e856a3b9543f2"/>
    <p:sldId xmlns:r="http://schemas.openxmlformats.org/officeDocument/2006/relationships" id="259" r:id="R160c709d0a6c472b"/>
    <p:sldId xmlns:r="http://schemas.openxmlformats.org/officeDocument/2006/relationships" id="260" r:id="Rdbc2cbd3c5eb4fc4"/>
    <p:sldId xmlns:r="http://schemas.openxmlformats.org/officeDocument/2006/relationships" id="261" r:id="R112b149439ff4f8e"/>
    <p:sldId xmlns:r="http://schemas.openxmlformats.org/officeDocument/2006/relationships" id="262" r:id="R3c600bb654dd4c34"/>
    <p:sldId xmlns:r="http://schemas.openxmlformats.org/officeDocument/2006/relationships" id="263" r:id="R8e996be1a3fb4ace"/>
    <p:sldId xmlns:r="http://schemas.openxmlformats.org/officeDocument/2006/relationships" id="264" r:id="Red987bbce8724a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006bba9268f490f" /><Relationship Type="http://schemas.openxmlformats.org/officeDocument/2006/relationships/slideMaster" Target="/ppt/slideMasters/slideMaster1.xml" Id="R2f98d88aff01410c" /><Relationship Type="http://schemas.openxmlformats.org/officeDocument/2006/relationships/notesMaster" Target="/ppt/notesMasters/notesMaster1.xml" Id="R5844db31320344b4" /><Relationship Type="http://schemas.openxmlformats.org/officeDocument/2006/relationships/presProps" Target="/ppt/presProps.xml" Id="Rc4e6fd042482424a" /><Relationship Type="http://schemas.openxmlformats.org/officeDocument/2006/relationships/tableStyles" Target="/ppt/tableStyles.xml" Id="R41ae40b287314f90" /><Relationship Type="http://schemas.openxmlformats.org/officeDocument/2006/relationships/slide" Target="/ppt/slides/slide1.xml" Id="Rb33f61c693d842af" /><Relationship Type="http://schemas.openxmlformats.org/officeDocument/2006/relationships/slide" Target="/ppt/slides/slide2.xml" Id="Rc5dcb2fabd234157" /><Relationship Type="http://schemas.openxmlformats.org/officeDocument/2006/relationships/slide" Target="/ppt/slides/slide3.xml" Id="Rc69e856a3b9543f2" /><Relationship Type="http://schemas.openxmlformats.org/officeDocument/2006/relationships/slide" Target="/ppt/slides/slide4.xml" Id="R160c709d0a6c472b" /><Relationship Type="http://schemas.openxmlformats.org/officeDocument/2006/relationships/slide" Target="/ppt/slides/slide5.xml" Id="Rdbc2cbd3c5eb4fc4" /><Relationship Type="http://schemas.openxmlformats.org/officeDocument/2006/relationships/slide" Target="/ppt/slides/slide6.xml" Id="R112b149439ff4f8e" /><Relationship Type="http://schemas.openxmlformats.org/officeDocument/2006/relationships/slide" Target="/ppt/slides/slide7.xml" Id="R3c600bb654dd4c34" /><Relationship Type="http://schemas.openxmlformats.org/officeDocument/2006/relationships/slide" Target="/ppt/slides/slide8.xml" Id="R8e996be1a3fb4ace" /><Relationship Type="http://schemas.openxmlformats.org/officeDocument/2006/relationships/slide" Target="/ppt/slides/slide9.xml" Id="Red987bbce8724a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d989ae0c47d45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c40c6a7894457e" /><Relationship Type="http://schemas.openxmlformats.org/officeDocument/2006/relationships/notesMaster" Target="/ppt/notesMasters/notesMaster1.xml" Id="Rd68173a348ef49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4efabf31d6048df" /><Relationship Type="http://schemas.openxmlformats.org/officeDocument/2006/relationships/notesMaster" Target="/ppt/notesMasters/notesMaster1.xml" Id="R635299967489418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11daf44d87445b" /><Relationship Type="http://schemas.openxmlformats.org/officeDocument/2006/relationships/notesMaster" Target="/ppt/notesMasters/notesMaster1.xml" Id="Rc666b5f4a0414e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3878280ada4106" /><Relationship Type="http://schemas.openxmlformats.org/officeDocument/2006/relationships/notesMaster" Target="/ppt/notesMasters/notesMaster1.xml" Id="Rbf08612315ca44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37056d474a4f05" /><Relationship Type="http://schemas.openxmlformats.org/officeDocument/2006/relationships/notesMaster" Target="/ppt/notesMasters/notesMaster1.xml" Id="Ra3258d86196046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0f54c25e7d4161" /><Relationship Type="http://schemas.openxmlformats.org/officeDocument/2006/relationships/notesMaster" Target="/ppt/notesMasters/notesMaster1.xml" Id="R20f5e7d539ab41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01ed3f91ba48b5" /><Relationship Type="http://schemas.openxmlformats.org/officeDocument/2006/relationships/notesMaster" Target="/ppt/notesMasters/notesMaster1.xml" Id="R11b502be7bb746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4651d97b0141a9" /><Relationship Type="http://schemas.openxmlformats.org/officeDocument/2006/relationships/notesMaster" Target="/ppt/notesMasters/notesMaster1.xml" Id="Re50536c3ac1f4dd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a04d3af4fa24975" /><Relationship Type="http://schemas.openxmlformats.org/officeDocument/2006/relationships/notesMaster" Target="/ppt/notesMasters/notesMaster1.xml" Id="R2ce9f4c1b6a34b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Cover. Duplicate this slide and replace the sample text. Design adapted from argos-onboarding-deck.html. Colors: warm white #F1F1EF and deep navy #171629. Fonts: DM Sans for headings and body text, Menlo for labels.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Section divider. Duplicate this slide and replace the sample text. Design adapted from argos-onboarding-deck.html. Colors: warm white #F1F1EF and deep navy #171629. Fonts: DM Sans for headings and body text, Menlo for labels.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Centered statement. Duplicate this slide and replace the sample text. Design adapted from argos-onboarding-deck.html. Colors: warm white #F1F1EF and deep navy #171629. Fonts: DM Sans for headings and body text, Menlo for labels.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Three-column overview. Duplicate this slide and replace the sample text. Design adapted from argos-onboarding-deck.html. Colors: warm white #F1F1EF and deep navy #171629. Fonts: DM Sans for headings and body text, Menlo for labels.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Three-column overview. Duplicate this slide and replace the sample text. Design adapted from argos-onboarding-deck.html. Colors: warm white #F1F1EF and deep navy #171629. Fonts: DM Sans for headings and body text, Menlo for labels.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Two-column comparison. Duplicate this slide and replace the sample text. Design adapted from argos-onboarding-deck.html. Colors: warm white #F1F1EF and deep navy #171629. Fonts: DM Sans for headings and body text, Menlo for labels.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Four-step process. Duplicate this slide and replace the sample text. Design adapted from argos-onboarding-deck.html. Colors: warm white #F1F1EF and deep navy #171629. Fonts: DM Sans for headings and body text, Menlo for labels.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ARGOS platform architecture. Duplicate this slide and replace the sample text. Design adapted from argos-onboarding-deck.html. Colors: warm white #F1F1EF and deep navy #171629. Fonts: DM Sans for headings and body text, Menlo for labels.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Closing. Duplicate this slide and replace the sample text. Design adapted from argos-onboarding-deck.html. Colors: warm white #F1F1EF and deep navy #171629. Fonts: DM Sans for headings and body text, Menlo for labels. Keep titles short and body copy within the existing text areas.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4be27771394d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f6b0a704134918" /><Relationship Type="http://schemas.openxmlformats.org/officeDocument/2006/relationships/slideLayout" Target="/ppt/slideLayouts/slideLayout1.xml" Id="Rfa213cfcea2a40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213cfcea2a40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994e4b1faa4f98" /><Relationship Type="http://schemas.openxmlformats.org/officeDocument/2006/relationships/notesSlide" Target="/ppt/notesSlides/notesSlide1.xml" Id="Rce9ab498b7cb4e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e82af6d2c41ca" /><Relationship Type="http://schemas.openxmlformats.org/officeDocument/2006/relationships/notesSlide" Target="/ppt/notesSlides/notesSlide2.xml" Id="Rc94cbe42608444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cdbd35d0ee4d36" /><Relationship Type="http://schemas.openxmlformats.org/officeDocument/2006/relationships/notesSlide" Target="/ppt/notesSlides/notesSlide3.xml" Id="Re405d554e04046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5f28c78a24970" /><Relationship Type="http://schemas.openxmlformats.org/officeDocument/2006/relationships/notesSlide" Target="/ppt/notesSlides/notesSlide4.xml" Id="Read53553eb3e44d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81389ae3b74831" /><Relationship Type="http://schemas.openxmlformats.org/officeDocument/2006/relationships/notesSlide" Target="/ppt/notesSlides/notesSlide5.xml" Id="R390a3f56dfea41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aeb01074dc4e3c" /><Relationship Type="http://schemas.openxmlformats.org/officeDocument/2006/relationships/notesSlide" Target="/ppt/notesSlides/notesSlide6.xml" Id="Rc580df0b4f8745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eb02fccc44c40" /><Relationship Type="http://schemas.openxmlformats.org/officeDocument/2006/relationships/notesSlide" Target="/ppt/notesSlides/notesSlide7.xml" Id="Re4e12515ce3c47d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c4ddd5afb4195" /><Relationship Type="http://schemas.openxmlformats.org/officeDocument/2006/relationships/notesSlide" Target="/ppt/notesSlides/notesSlide8.xml" Id="R38b10b327dc74a4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4e563ea2874922" /><Relationship Type="http://schemas.openxmlformats.org/officeDocument/2006/relationships/notesSlide" Target="/ppt/notesSlides/notesSlide9.xml" Id="R2184255a9c8942c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44F659-C049-4F98-BAAF-4F43AF24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192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ARGOS  /  PRESENTATION TITLE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0927A-862D-4E1E-92CC-A3929643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838325"/>
            <a:ext cx="866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765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Presentation title</a:t>
            </a:r>
          </a:p>
          <a:p xmlns:a="http://schemas.openxmlformats.org/drawingml/2006/main">
            <a:pPr algn="ctr">
              <a:defRPr sz="765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765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on two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E7BF68-814C-47ED-8013-1965669B6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00525"/>
            <a:ext cx="6286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A short introduction to the presentation.</a:t>
            </a:r>
          </a:p>
          <a:p xmlns:a="http://schemas.openxmlformats.org/drawingml/2006/main">
            <a:pPr algn="ctr">
              <a:defRPr sz="18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Presenter name and date</a:t>
            </a:r>
          </a:p>
        </p:txBody>
      </p:sp>
    </p:spTree>
    <p:extLst>
      <p:ext uri="{BB962C8B-B14F-4D97-AF65-F5344CB8AC3E}">
        <p14:creationId xmlns:p14="http://schemas.microsoft.com/office/powerpoint/2010/main" val="262939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511E4B-A668-4414-A63F-AC860852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049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SECTION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6FFED-DBC5-490E-9A48-7D472DD9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71700"/>
            <a:ext cx="819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600" b="1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6600" b="1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Section title</a:t>
            </a:r>
          </a:p>
          <a:p xmlns:a="http://schemas.openxmlformats.org/drawingml/2006/main">
            <a:pPr algn="ctr">
              <a:defRPr sz="6600" b="1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6600" b="1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on two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73FAC-02BB-4846-B765-E761C59A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C9C9C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C9C9CB"/>
                </a:solidFill>
                <a:latin typeface="DM Sans"/>
                <a:ea typeface="DM Sans"/>
                <a:cs typeface="DM Sans"/>
              </a:rPr>
              <a:t>Optional one-sentence introduction</a:t>
            </a:r>
          </a:p>
        </p:txBody>
      </p:sp>
    </p:spTree>
    <p:extLst>
      <p:ext uri="{BB962C8B-B14F-4D97-AF65-F5344CB8AC3E}">
        <p14:creationId xmlns:p14="http://schemas.microsoft.com/office/powerpoint/2010/main" val="2470154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4B36B1-0E23-4FC6-9A95-C5FD764E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628775"/>
            <a:ext cx="609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KEY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BDB408-8236-4D01-8637-490753A6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28825"/>
            <a:ext cx="190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C9C9CB"/>
                </a:solidFill>
                <a:latin typeface="DM Sans"/>
                <a:ea typeface="DM Sans"/>
                <a:cs typeface="DM Sans"/>
              </a:defRPr>
            </a:pPr>
            <a:r>
              <a:rPr sz="6900" b="1">
                <a:solidFill>
                  <a:srgbClr val="C9C9CB"/>
                </a:solidFill>
                <a:latin typeface="DM Sans"/>
                <a:ea typeface="DM Sans"/>
                <a:cs typeface="DM Sans"/>
              </a:rPr>
              <a:t>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45C194-6ACB-42FE-BE97-D32FC8F0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57500"/>
            <a:ext cx="628650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330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A short statement</a:t>
            </a:r>
          </a:p>
          <a:p xmlns:a="http://schemas.openxmlformats.org/drawingml/2006/main">
            <a:pPr algn="ctr">
              <a:defRPr sz="330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330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that gives the slide</a:t>
            </a:r>
          </a:p>
          <a:p xmlns:a="http://schemas.openxmlformats.org/drawingml/2006/main">
            <a:pPr algn="ctr">
              <a:defRPr sz="330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330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one clear focus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AD70C-1A2F-4329-B4A9-A831F515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29175"/>
            <a:ext cx="590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SOURCE OR ATTRIBUTION</a:t>
            </a:r>
          </a:p>
        </p:txBody>
      </p:sp>
    </p:spTree>
    <p:extLst>
      <p:ext uri="{BB962C8B-B14F-4D97-AF65-F5344CB8AC3E}">
        <p14:creationId xmlns:p14="http://schemas.microsoft.com/office/powerpoint/2010/main" val="3697219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A377D-170A-4EB6-99A6-D5C1EB31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33500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TOPIC 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C265B-1970-416E-B8E4-8A4717AB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33550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405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Three ideas within</a:t>
            </a:r>
          </a:p>
          <a:p xmlns:a="http://schemas.openxmlformats.org/drawingml/2006/main">
            <a:pPr algn="l">
              <a:defRPr sz="405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405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one clear topic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473C4D-231D-477B-91CD-16EDF207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9BB99A-91FF-4792-B8F4-AD869BCD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First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8D1BD0-12EB-433E-92AD-8C2D05BF0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Replace this paragraph with a concise explanation. Keep each column to one main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82AB0-8D81-42E0-A649-229354997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7B892-7372-4E63-924B-987D7CCC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Second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31C1A-DA8E-48A9-9B3B-16BDA060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Replace this paragraph with a concise explanation. Keep each column to one main idea.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C83940-9930-4B1C-96E6-637134EF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7BC22-4CC6-4207-8C0E-9F2805FC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Third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D02A96-37AD-4635-B400-0A2EAE71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Replace this paragraph with a concise explanation. Keep each column to one main idea.</a:t>
            </a:r>
          </a:p>
        </p:txBody>
      </p:sp>
    </p:spTree>
    <p:extLst>
      <p:ext uri="{BB962C8B-B14F-4D97-AF65-F5344CB8AC3E}">
        <p14:creationId xmlns:p14="http://schemas.microsoft.com/office/powerpoint/2010/main" val="13531626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3DA687-F73D-49EE-8D24-A6623C109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333500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TOPIC LABEL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4CF0F-06CE-47F6-B214-3AA31945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733550"/>
            <a:ext cx="95250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4050" b="1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Three ideas within</a:t>
            </a:r>
          </a:p>
          <a:p xmlns:a="http://schemas.openxmlformats.org/drawingml/2006/main">
            <a:pPr algn="l">
              <a:defRPr sz="4050" b="1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4050" b="1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one clear topic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13823-47D5-4244-A44D-0137A5E6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F567C-959A-41CB-BEDE-2683A455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First idea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C938A-13DE-40A7-9A81-851325A8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C9C9CB"/>
                </a:solidFill>
                <a:latin typeface="DM Sans"/>
                <a:ea typeface="DM Sans"/>
                <a:cs typeface="DM Sans"/>
              </a:rPr>
              <a:t>Replace this paragraph with a concise explanation. Keep each column to one main idea.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450F1C-968A-40BD-A919-1A6968CF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01BF00-3C95-4AE6-AA54-FB81F8204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Second idea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2A4E3B-BFF4-49BD-BC45-6C6323133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C9C9CB"/>
                </a:solidFill>
                <a:latin typeface="DM Sans"/>
                <a:ea typeface="DM Sans"/>
                <a:cs typeface="DM Sans"/>
              </a:rPr>
              <a:t>Replace this paragraph with a concise explanation. Keep each column to one main idea.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64CF9-791B-4616-9DCB-196F0EE6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257550"/>
            <a:ext cx="335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4949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FCFCF-6678-4F4E-A9C5-789B3297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448050"/>
            <a:ext cx="335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270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Third idea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9D3967-BCF5-46BA-AD9C-19E6AB5E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114800"/>
            <a:ext cx="33528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C9C9CB"/>
                </a:solidFill>
                <a:latin typeface="DM Sans"/>
                <a:ea typeface="DM Sans"/>
                <a:cs typeface="DM Sans"/>
              </a:rPr>
              <a:t>Replace this paragraph with a concise explanation. Keep each column to one main idea.</a:t>
            </a:r>
          </a:p>
        </p:txBody>
      </p:sp>
    </p:spTree>
    <p:extLst>
      <p:ext uri="{BB962C8B-B14F-4D97-AF65-F5344CB8AC3E}">
        <p14:creationId xmlns:p14="http://schemas.microsoft.com/office/powerpoint/2010/main" val="570246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77830-23F8-4F95-811B-BF3CA0CE5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514475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B9B592-E0D0-4EA3-83CF-5DDFDC0B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8954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3000" b="0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Two perspectives on a topic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FEB8C-0307-4101-BB9A-4DA1439BB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914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FIRST PERSPECTIVE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CBDAB-89D3-40BF-B77D-ACD02C452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956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3000" b="0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First headline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726F2-AAEF-49C1-9D6E-DB0229AE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481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Replace this text with the context, evidence, or explanation for this perspective. Keep the comparison parallel.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46BAA-F4B0-409C-8926-02AD4C05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14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SECOND PERSPECTIVE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55D3E-1259-4659-BB02-767B45D2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295650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3000" b="0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Second headline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D0ABBF-C129-4910-9666-F2DAFBB3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48125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Replace this text with the context, evidence, or explanation for this perspective. Keep the comparison parallel.</a:t>
            </a:r>
          </a:p>
        </p:txBody>
      </p:sp>
    </p:spTree>
    <p:extLst>
      <p:ext uri="{BB962C8B-B14F-4D97-AF65-F5344CB8AC3E}">
        <p14:creationId xmlns:p14="http://schemas.microsoft.com/office/powerpoint/2010/main" val="17256295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16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181B9E-581E-4B06-AFEF-BDE062DF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685925"/>
            <a:ext cx="10725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PROCESS OR 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B9AF67-55CD-43A6-8057-4D93F2A7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85975"/>
            <a:ext cx="107251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300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Four stages of the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1184D-EAC1-4C1B-8478-E253C91D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209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D1BED-AA01-4E08-AFC5-DE6FB2A2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00450"/>
            <a:ext cx="2409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First stage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F2017-322B-4410-B780-2B391565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5910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C9C9CB"/>
                </a:solidFill>
                <a:latin typeface="DM Sans"/>
                <a:ea typeface="DM Sans"/>
                <a:cs typeface="DM Sans"/>
              </a:rPr>
              <a:t>Explain the purpose and expected outcome of this stage.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701FA-CCE3-498A-A094-6D8A4E90E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09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A5E836-AAEF-4D41-BC75-9DB7190E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00450"/>
            <a:ext cx="2409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Second stage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52B4D-A562-426B-B1F8-06AA9DF9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910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C9C9CB"/>
                </a:solidFill>
                <a:latin typeface="DM Sans"/>
                <a:ea typeface="DM Sans"/>
                <a:cs typeface="DM Sans"/>
              </a:rPr>
              <a:t>Explain the purpose and expected outcome of this stage.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29678-8DD3-4277-B5FF-FEBE53997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09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49F194-8261-4460-B2A6-DE0506ED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00450"/>
            <a:ext cx="2409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Third stage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FF90C-347E-4257-92EC-20B95801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5910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C9C9CB"/>
                </a:solidFill>
                <a:latin typeface="DM Sans"/>
                <a:ea typeface="DM Sans"/>
                <a:cs typeface="DM Sans"/>
              </a:rPr>
              <a:t>Explain the purpose and expected outcome of this stage.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E5102-8B0F-4464-B1ED-AFACCA8A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209925"/>
            <a:ext cx="24098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F1F1EF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F1F1EF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51D223-7C19-42B5-93BE-691C941E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600450"/>
            <a:ext cx="24098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F1F1EF"/>
                </a:solidFill>
                <a:latin typeface="DM Sans"/>
                <a:ea typeface="DM Sans"/>
                <a:cs typeface="DM Sans"/>
              </a:defRPr>
            </a:pPr>
            <a:r>
              <a:rPr sz="2550" b="0">
                <a:solidFill>
                  <a:srgbClr val="F1F1EF"/>
                </a:solidFill>
                <a:latin typeface="DM Sans"/>
                <a:ea typeface="DM Sans"/>
                <a:cs typeface="DM Sans"/>
              </a:rPr>
              <a:t>Final stage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EA851-0A42-466D-843C-628893B4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91050"/>
            <a:ext cx="24098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9C9CB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C9C9CB"/>
                </a:solidFill>
                <a:latin typeface="DM Sans"/>
                <a:ea typeface="DM Sans"/>
                <a:cs typeface="DM Sans"/>
              </a:rPr>
              <a:t>Explain the purpose and expected outcome of this stage.</a:t>
            </a:r>
          </a:p>
        </p:txBody>
      </p:sp>
    </p:spTree>
    <p:extLst>
      <p:ext uri="{BB962C8B-B14F-4D97-AF65-F5344CB8AC3E}">
        <p14:creationId xmlns:p14="http://schemas.microsoft.com/office/powerpoint/2010/main" val="2830796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66689-7D68-48D7-BAC0-3F2A2DD7B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0962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PLATFORM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2E5528-7C8C-498C-936C-D89ABDFD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2001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405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The ARGOS family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C90D8-5883-41EF-B5AB-16C00964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360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ARGOS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A228A-BE9D-44B1-A307-EC49D5E99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48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TERRA</a:t>
            </a:r>
          </a:p>
        </p:txBody>
      </p:sp>
      <p:cxnSp>
        <p:nvCxnSpPr>
          <p:cNvPr id="17" name=""/>
          <p:cNvCxnSpPr>
            <a:stCxn xmlns:a="http://schemas.openxmlformats.org/drawingml/2006/main" id="3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2952750" y="2952750"/>
            <a:ext cx="314325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4949B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989F7-35BF-47CB-B300-DF1C141D0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57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Ground</a:t>
            </a:r>
          </a:p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Rover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9DC351-F367-40DF-8C74-5F1453CE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48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AERO</a:t>
            </a:r>
          </a:p>
        </p:txBody>
      </p:sp>
      <p:cxnSp>
        <p:nvCxnSpPr>
          <p:cNvPr id="20" name=""/>
          <p:cNvCxnSpPr>
            <a:stCxn xmlns:a="http://schemas.openxmlformats.org/drawingml/2006/main" id="3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6096000" y="2952750"/>
            <a:ext cx="0" cy="10953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949B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764863-C093-4BBE-AC44-06F141E2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57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Multirotor</a:t>
            </a:r>
          </a:p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Drone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81311-3CE1-425D-B32F-8445A84F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4812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270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ZEPHYR</a:t>
            </a:r>
          </a:p>
        </p:txBody>
      </p:sp>
      <p:cxnSp>
        <p:nvCxnSpPr>
          <p:cNvPr id="23" name=""/>
          <p:cNvCxnSpPr>
            <a:stCxn xmlns:a="http://schemas.openxmlformats.org/drawingml/2006/main" id="3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6096000" y="2952750"/>
            <a:ext cx="3143250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94949B"/>
            </a:solidFill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22693-10EA-4ED1-A991-E876EF201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857750"/>
            <a:ext cx="285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Airship</a:t>
            </a:r>
          </a:p>
          <a:p xmlns:a="http://schemas.openxmlformats.org/drawingml/2006/main">
            <a:pPr algn="ctr">
              <a:defRPr sz="21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21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Blimp</a:t>
            </a:r>
          </a:p>
        </p:txBody>
      </p:sp>
    </p:spTree>
    <p:extLst>
      <p:ext uri="{BB962C8B-B14F-4D97-AF65-F5344CB8AC3E}">
        <p14:creationId xmlns:p14="http://schemas.microsoft.com/office/powerpoint/2010/main" val="2033505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1F1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86249-9124-49DD-A2B9-12666C1A1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95425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1629"/>
                </a:solidFill>
                <a:latin typeface="Menlo"/>
                <a:ea typeface="Menlo"/>
                <a:cs typeface="Menlo"/>
              </a:defRPr>
            </a:pPr>
            <a:r>
              <a:rPr sz="975" b="0">
                <a:solidFill>
                  <a:srgbClr val="171629"/>
                </a:solidFill>
                <a:latin typeface="Menlo"/>
                <a:ea typeface="Menlo"/>
                <a:cs typeface="Menlo"/>
              </a:rPr>
              <a:t>ARGOS  / 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5DFCF2-A7D3-4362-9A10-C00FDBAB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52625"/>
            <a:ext cx="8667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65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765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Closing message</a:t>
            </a:r>
          </a:p>
          <a:p xmlns:a="http://schemas.openxmlformats.org/drawingml/2006/main">
            <a:pPr algn="ctr">
              <a:defRPr sz="7650" b="1">
                <a:solidFill>
                  <a:srgbClr val="171629"/>
                </a:solidFill>
                <a:latin typeface="DM Sans"/>
                <a:ea typeface="DM Sans"/>
                <a:cs typeface="DM Sans"/>
              </a:defRPr>
            </a:pPr>
            <a:r>
              <a:rPr sz="7650" b="1">
                <a:solidFill>
                  <a:srgbClr val="171629"/>
                </a:solidFill>
                <a:latin typeface="DM Sans"/>
                <a:ea typeface="DM Sans"/>
                <a:cs typeface="DM Sans"/>
              </a:rPr>
              <a:t>on two 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C072CE-4EE9-43E7-92DC-13B5C04A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704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7A7983"/>
                </a:solidFill>
                <a:latin typeface="DM Sans"/>
                <a:ea typeface="DM Sans"/>
                <a:cs typeface="DM Sans"/>
              </a:defRPr>
            </a:pPr>
            <a:r>
              <a:rPr sz="1800" b="0">
                <a:solidFill>
                  <a:srgbClr val="7A7983"/>
                </a:solidFill>
                <a:latin typeface="DM Sans"/>
                <a:ea typeface="DM Sans"/>
                <a:cs typeface="DM Sans"/>
              </a:rPr>
              <a:t>A brief next step or contact detail</a:t>
            </a:r>
          </a:p>
        </p:txBody>
      </p:sp>
    </p:spTree>
    <p:extLst>
      <p:ext uri="{BB962C8B-B14F-4D97-AF65-F5344CB8AC3E}">
        <p14:creationId xmlns:p14="http://schemas.microsoft.com/office/powerpoint/2010/main" val="17759976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2026-10-04T04:55:41.8670000Z</dcterms:created>
  <dcterms:modified xsi:type="dcterms:W3CDTF">2026-10-04T04:55:41.8670000Z</dcterms:modified>
</coreProperties>
</file>